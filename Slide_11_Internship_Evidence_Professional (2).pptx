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1154887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2B43"/>
                </a:solidFill>
                <a:latin typeface="Aptos Display"/>
              </a:defRPr>
            </a:pPr>
            <a:r>
              <a:t>INTERNSHIP EVIDENCE &amp;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694944"/>
            <a:ext cx="6858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187E53"/>
                </a:solidFill>
                <a:latin typeface="Aptos"/>
              </a:defRPr>
            </a:pPr>
            <a:r>
              <a:t>Selected as GeeksforGeeks Campus Mantri –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356616"/>
            <a:ext cx="3063240" cy="310896"/>
          </a:xfrm>
          <a:prstGeom prst="roundRect">
            <a:avLst/>
          </a:prstGeom>
          <a:solidFill>
            <a:srgbClr val="EBF7F1"/>
          </a:solidFill>
          <a:ln>
            <a:solidFill>
              <a:srgbClr val="187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87E53"/>
                </a:solidFill>
                <a:latin typeface="Aptos"/>
              </a:defRPr>
            </a:pPr>
            <a:r>
              <a:t>CAMPUS MANTRI •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3886200" cy="27432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OFFICIAL PROOF &amp; COMMUNICATION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6448" y="1005840"/>
            <a:ext cx="3611880" cy="27432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ACTIVITIES &amp; PARTICIPATION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3703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" y="1408176"/>
            <a:ext cx="3593591" cy="203911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84632" y="1426464"/>
            <a:ext cx="1508760" cy="22860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CERTIFICATE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353312"/>
            <a:ext cx="3703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5" y="1408176"/>
            <a:ext cx="3593591" cy="20391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52544" y="1426464"/>
            <a:ext cx="1508760" cy="22860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353312"/>
            <a:ext cx="36118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2B43"/>
                </a:solidFill>
                <a:latin typeface="Aptos Display"/>
              </a:defRPr>
            </a:pPr>
            <a:r>
              <a:t>KEY EVIDENCE</a:t>
            </a:r>
          </a:p>
          <a:p>
            <a:pPr>
              <a:spcAft>
                <a:spcPts val="400"/>
              </a:spcAft>
              <a:defRPr sz="1000">
                <a:solidFill>
                  <a:srgbClr val="5C6970"/>
                </a:solidFill>
                <a:latin typeface="Aptos"/>
              </a:defRPr>
            </a:pPr>
            <a:r>
              <a:t>• Official welcome / selection mail</a:t>
            </a:r>
          </a:p>
          <a:p>
            <a:pPr>
              <a:spcAft>
                <a:spcPts val="400"/>
              </a:spcAft>
              <a:defRPr sz="1000">
                <a:solidFill>
                  <a:srgbClr val="5C6970"/>
                </a:solidFill>
                <a:latin typeface="Aptos"/>
              </a:defRPr>
            </a:pPr>
            <a:r>
              <a:t>• Task assignment communication</a:t>
            </a:r>
          </a:p>
          <a:p>
            <a:pPr>
              <a:spcAft>
                <a:spcPts val="400"/>
              </a:spcAft>
              <a:defRPr sz="1000">
                <a:solidFill>
                  <a:srgbClr val="5C6970"/>
                </a:solidFill>
                <a:latin typeface="Aptos"/>
              </a:defRPr>
            </a:pPr>
            <a:r>
              <a:t>• LinkedIn promotion</a:t>
            </a:r>
          </a:p>
          <a:p>
            <a:pPr>
              <a:spcAft>
                <a:spcPts val="400"/>
              </a:spcAft>
              <a:defRPr sz="1000">
                <a:solidFill>
                  <a:srgbClr val="5C6970"/>
                </a:solidFill>
                <a:latin typeface="Aptos"/>
              </a:defRPr>
            </a:pPr>
            <a:r>
              <a:t>• MongoDB &amp; DSA promotion</a:t>
            </a:r>
          </a:p>
          <a:p>
            <a:pPr>
              <a:spcAft>
                <a:spcPts val="400"/>
              </a:spcAft>
              <a:defRPr sz="1000">
                <a:solidFill>
                  <a:srgbClr val="5C6970"/>
                </a:solidFill>
                <a:latin typeface="Aptos"/>
              </a:defRPr>
            </a:pPr>
            <a:r>
              <a:t>• Technical event / workshop</a:t>
            </a:r>
          </a:p>
          <a:p>
            <a:pPr>
              <a:spcAft>
                <a:spcPts val="400"/>
              </a:spcAft>
              <a:defRPr sz="1000">
                <a:solidFill>
                  <a:srgbClr val="5C6970"/>
                </a:solidFill>
                <a:latin typeface="Aptos"/>
              </a:defRPr>
            </a:pPr>
            <a:r>
              <a:t>• GFG Ignite community activity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675887"/>
            <a:ext cx="2148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welc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730751"/>
            <a:ext cx="2039112" cy="231343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84632" y="3749039"/>
            <a:ext cx="1508760" cy="22860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WELCOME 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9192" y="3675887"/>
            <a:ext cx="2148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a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4056" y="3730751"/>
            <a:ext cx="2039112" cy="231343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752344" y="3749039"/>
            <a:ext cx="1508760" cy="22860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TASK ASSIGNMENT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46904" y="3675887"/>
            <a:ext cx="21488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inked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730751"/>
            <a:ext cx="2039112" cy="231343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020056" y="3749039"/>
            <a:ext cx="1508760" cy="22860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14616" y="3675887"/>
            <a:ext cx="28346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ctiviti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79" y="3730751"/>
            <a:ext cx="2724912" cy="231343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287768" y="3749039"/>
            <a:ext cx="1508760" cy="22860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ACTIVITIES / EVENT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86416" y="3675887"/>
            <a:ext cx="1591056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gn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0" y="3730751"/>
            <a:ext cx="1481328" cy="231343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0259568" y="3749039"/>
            <a:ext cx="1444752" cy="228600"/>
          </a:xfrm>
          <a:prstGeom prst="roundRect">
            <a:avLst/>
          </a:prstGeom>
          <a:solidFill>
            <a:srgbClr val="187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FFFFFF"/>
                </a:solidFill>
                <a:latin typeface="Aptos"/>
              </a:defRPr>
            </a:pPr>
            <a:r>
              <a:t>GFG IGNITE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19088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C6970"/>
                </a:solidFill>
                <a:latin typeface="Aptos"/>
              </a:defRPr>
            </a:pPr>
            <a:r>
              <a:t>Evidence reflects participation, communication, promotion, technical engagement and community activities completed during the internship.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